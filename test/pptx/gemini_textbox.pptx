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 descr="contexts:&#10;- id: 1&#10;model: gemini-2.0-flash&#10;prompt: Summarize the key trends from the data.&#10;type: gemini&#10;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Placeholder text to be replaced by Gemini synthesis.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